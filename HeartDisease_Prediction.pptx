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0" y="36576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dirty="0">
                <a:solidFill>
                  <a:srgbClr val="000000"/>
                </a:solidFill>
              </a:rPr>
              <a:t>🫀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" y="1691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System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20040" y="2743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Web Application using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Flask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8172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Scikit-learn  •  Flask  •  NumPy  •  Pandas  •  HTML/CSS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system do?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8 patient health parameters and predicts whether a patient is at risk of heart disease — displayed through a simple web form, no coding required.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103120"/>
            <a:ext cx="1965960" cy="2377440"/>
          </a:xfrm>
          <a:prstGeom prst="rect">
            <a:avLst/>
          </a:prstGeom>
          <a:solidFill>
            <a:srgbClr val="EA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103120"/>
            <a:ext cx="196596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21488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📊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7472" y="283464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2461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patient records generated with realistic risk logic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0592" y="2103120"/>
            <a:ext cx="1965960" cy="2377440"/>
          </a:xfrm>
          <a:prstGeom prst="rect">
            <a:avLst/>
          </a:prstGeom>
          <a:solidFill>
            <a:srgbClr val="EA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2103120"/>
            <a:ext cx="196596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3" name="Text 11"/>
          <p:cNvSpPr/>
          <p:nvPr/>
        </p:nvSpPr>
        <p:spPr>
          <a:xfrm>
            <a:off x="2450592" y="21488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⚙️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523744" y="283464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42032" y="32461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normalises features before training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2103120"/>
            <a:ext cx="1965960" cy="2377440"/>
          </a:xfrm>
          <a:prstGeom prst="rect">
            <a:avLst/>
          </a:prstGeom>
          <a:solidFill>
            <a:srgbClr val="EA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2103120"/>
            <a:ext cx="196596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8" name="Text 16"/>
          <p:cNvSpPr/>
          <p:nvPr/>
        </p:nvSpPr>
        <p:spPr>
          <a:xfrm>
            <a:off x="4626864" y="21488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🌲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700016" y="283464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18304" y="32461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100-tree ensemble classifier with ~85% accuracy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03136" y="2103120"/>
            <a:ext cx="1965960" cy="2377440"/>
          </a:xfrm>
          <a:prstGeom prst="rect">
            <a:avLst/>
          </a:prstGeom>
          <a:solidFill>
            <a:srgbClr val="EA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2103120"/>
            <a:ext cx="196596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3" name="Text 21"/>
          <p:cNvSpPr/>
          <p:nvPr/>
        </p:nvSpPr>
        <p:spPr>
          <a:xfrm>
            <a:off x="6803136" y="21488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🌐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876288" y="283464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94576" y="32461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form → scaled input → prediction result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Data Generation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synthetic patient records created using NumPy with realistic risk logic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80160"/>
          <a:ext cx="502920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1188720"/>
              </a:tblGrid>
              <a:tr h="386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Range / Values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Age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20 – 80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Continuous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Gender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0 (Female) / 1 (Male)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Binary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Blood Pressure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90 – 180 mmHg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Continuous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Cholesterol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150 – 300 mg/dL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Continuous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Heart Rate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60 – 100 bpm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Continuous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Diabetes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0 (No) / 1 (Yes)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Binary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Smoking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0 (No) / 1 (Yes)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Binary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Chest Pain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0 – 3 (severity)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5E"/>
                          </a:solidFill>
                        </a:rPr>
                        <a:t>Categorical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280160"/>
            <a:ext cx="3154680" cy="3474720"/>
          </a:xfrm>
          <a:prstGeom prst="rect">
            <a:avLst/>
          </a:prstGeom>
          <a:solidFill>
            <a:srgbClr val="EA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1280160"/>
            <a:ext cx="315468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8" name="Text 5"/>
          <p:cNvSpPr/>
          <p:nvPr/>
        </p:nvSpPr>
        <p:spPr>
          <a:xfrm>
            <a:off x="576072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 Variable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60720" y="1874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Disease: 1 (Yes) / 0 (No)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LOGIC: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06440" y="2788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Older Age → higher risk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06440" y="31363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Blood Pressure → higher risk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06440" y="34838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Cholesterol → higher risk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06440" y="38313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Smoking = 1 → higher risk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06440" y="41788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 randomness to mimic real data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Data Preprocessing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749040"/>
          </a:xfrm>
          <a:prstGeom prst="rect">
            <a:avLst/>
          </a:prstGeom>
          <a:solidFill>
            <a:srgbClr val="EA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54864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Train / Test Split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split before training: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200400" cy="50292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9" name="Shape 7"/>
          <p:cNvSpPr/>
          <p:nvPr/>
        </p:nvSpPr>
        <p:spPr>
          <a:xfrm>
            <a:off x="3017520" y="1965960"/>
            <a:ext cx="640080" cy="5029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84248"/>
            <a:ext cx="2468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26664" y="1984248"/>
            <a:ext cx="6217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60604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used to teach the model patterns
</a:t>
            </a:r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held back to evaluate accuracy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the model from memorizing answers.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4023360" cy="3749040"/>
          </a:xfrm>
          <a:prstGeom prst="rect">
            <a:avLst/>
          </a:prstGeom>
          <a:solidFill>
            <a:srgbClr val="EA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914400"/>
            <a:ext cx="402336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005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StandardScaler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1508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all features to same scale: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83480" y="1965960"/>
            <a:ext cx="1691640" cy="1005840"/>
          </a:xfrm>
          <a:prstGeom prst="rect">
            <a:avLst/>
          </a:prstGeom>
          <a:solidFill>
            <a:srgbClr val="FFE4E1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1965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267712"/>
            <a:ext cx="1691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= 60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= 150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 = 250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20840" y="21488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132320" y="1965960"/>
            <a:ext cx="1554480" cy="100584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0" y="2267712"/>
            <a:ext cx="1554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310896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0  •  Std Dev = 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weighted equally. Without this, large-scale features like Cholesterol (250) dominate over binary ones (0/1).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Random Forest Classifier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of 100 decision trees — each tree votes, majority wins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508760" cy="868680"/>
          </a:xfrm>
          <a:prstGeom prst="rect">
            <a:avLst/>
          </a:prstGeom>
          <a:solidFill>
            <a:srgbClr val="1B2B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258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10512" y="148132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B5E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331720" y="1325880"/>
            <a:ext cx="1508760" cy="8686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13258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Vote: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67912" y="148132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B5E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977640" y="1325880"/>
            <a:ext cx="1508760" cy="8686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77640" y="13258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Vote: 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13832" y="148132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B5E"/>
                </a:solidFill>
              </a:rPr>
              <a:t>...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623560" y="1325880"/>
            <a:ext cx="1508760" cy="8686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23560" y="13258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100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Vote: 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59752" y="148132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B5E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269480" y="1325880"/>
            <a:ext cx="1508760" cy="8686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69480" y="13258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423160"/>
            <a:ext cx="8503920" cy="502920"/>
          </a:xfrm>
          <a:prstGeom prst="rect">
            <a:avLst/>
          </a:prstGeom>
          <a:solidFill>
            <a:srgbClr val="EAF2FF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441448"/>
            <a:ext cx="8321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Bagging (Bootstrap Aggregating): Each tree trains on a random data &amp; feature subset → reduces overfitting → stronger combined prediction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154680"/>
            <a:ext cx="2606040" cy="1554480"/>
          </a:xfrm>
          <a:prstGeom prst="rect">
            <a:avLst/>
          </a:prstGeom>
          <a:solidFill>
            <a:srgbClr val="EA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154680"/>
            <a:ext cx="260604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2461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274320" y="39136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4206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08960" y="3154680"/>
            <a:ext cx="2606040" cy="1554480"/>
          </a:xfrm>
          <a:prstGeom prst="rect">
            <a:avLst/>
          </a:prstGeom>
          <a:solidFill>
            <a:srgbClr val="EA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08960" y="3154680"/>
            <a:ext cx="260604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8" name="Text 26"/>
          <p:cNvSpPr/>
          <p:nvPr/>
        </p:nvSpPr>
        <p:spPr>
          <a:xfrm>
            <a:off x="3108960" y="32461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3108960" y="39136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108960" y="4206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3154680"/>
            <a:ext cx="2606040" cy="1554480"/>
          </a:xfrm>
          <a:prstGeom prst="rect">
            <a:avLst/>
          </a:prstGeom>
          <a:solidFill>
            <a:srgbClr val="EA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0" y="3154680"/>
            <a:ext cx="260604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0" y="32461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endParaRPr lang="en-US" sz="3800" dirty="0"/>
          </a:p>
        </p:txBody>
      </p:sp>
      <p:sp>
        <p:nvSpPr>
          <p:cNvPr id="34" name="Text 32"/>
          <p:cNvSpPr/>
          <p:nvPr/>
        </p:nvSpPr>
        <p:spPr>
          <a:xfrm>
            <a:off x="5943600" y="39136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0" y="4206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test data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 &amp; 5 — Saving Artifacts + Flask Web App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840480" cy="3931920"/>
          </a:xfrm>
          <a:prstGeom prst="rect">
            <a:avLst/>
          </a:prstGeom>
          <a:solidFill>
            <a:srgbClr val="EA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68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Saved Artifacts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4747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508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model.pkl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RandomForestClassifier serialized with Pickle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34747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971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scaler.pkl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StandardScaler — MUST match training exactly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822960"/>
            <a:ext cx="4114800" cy="3931920"/>
          </a:xfrm>
          <a:prstGeom prst="rect">
            <a:avLst/>
          </a:prstGeom>
          <a:solidFill>
            <a:srgbClr val="EA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822960"/>
            <a:ext cx="411480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868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Flask Request Lifecycle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92040" y="1444752"/>
            <a:ext cx="379476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146304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User opens http://127.0.0.1:5000/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1883664"/>
            <a:ext cx="379476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190195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Flask serves the HTML input form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322576"/>
            <a:ext cx="379476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83480" y="23408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User fills 8 health parameters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761488"/>
            <a:ext cx="379476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277977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POST request sent to Flask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3200400"/>
            <a:ext cx="379476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83480" y="321868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Load model.pkl + scaler.pkl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3639312"/>
            <a:ext cx="379476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83480" y="365760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Scale input → model.predict()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4078224"/>
            <a:ext cx="3794760" cy="347472"/>
          </a:xfrm>
          <a:prstGeom prst="rect">
            <a:avLst/>
          </a:prstGeom>
          <a:solidFill>
            <a:srgbClr val="C1121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83480" y="40965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Result displayed on page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914400" cy="914400"/>
          </a:xfrm>
          <a:prstGeom prst="rect">
            <a:avLst/>
          </a:prstGeom>
          <a:solidFill>
            <a:srgbClr val="1B2B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0241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" y="14630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" y="12344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BBD4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80160" y="1005840"/>
            <a:ext cx="914400" cy="914400"/>
          </a:xfrm>
          <a:prstGeom prst="rect">
            <a:avLst/>
          </a:prstGeom>
          <a:solidFill>
            <a:srgbClr val="1B2B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80160" y="10241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14630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12848" y="12344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BBD4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377440" y="1005840"/>
            <a:ext cx="914400" cy="914400"/>
          </a:xfrm>
          <a:prstGeom prst="rect">
            <a:avLst/>
          </a:prstGeom>
          <a:solidFill>
            <a:srgbClr val="1B2B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77440" y="10241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77440" y="14630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10128" y="12344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BBD4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74720" y="1005840"/>
            <a:ext cx="914400" cy="914400"/>
          </a:xfrm>
          <a:prstGeom prst="rect">
            <a:avLst/>
          </a:prstGeom>
          <a:solidFill>
            <a:srgbClr val="1B2B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10241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🌲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74720" y="14630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07408" y="12344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BBD4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914400" cy="914400"/>
          </a:xfrm>
          <a:prstGeom prst="rect">
            <a:avLst/>
          </a:prstGeom>
          <a:solidFill>
            <a:srgbClr val="1B2B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10241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0" y="14630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04688" y="12344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BBD4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0" y="1005840"/>
            <a:ext cx="914400" cy="914400"/>
          </a:xfrm>
          <a:prstGeom prst="rect">
            <a:avLst/>
          </a:prstGeom>
          <a:solidFill>
            <a:srgbClr val="1B2B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0" y="10241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69280" y="14630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01968" y="12344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BBD4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766560" y="1005840"/>
            <a:ext cx="914400" cy="914400"/>
          </a:xfrm>
          <a:prstGeom prst="rect">
            <a:avLst/>
          </a:prstGeom>
          <a:solidFill>
            <a:srgbClr val="1B2B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66560" y="10241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🧑‍💻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766560" y="14630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99248" y="12344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BBD4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863840" y="1005840"/>
            <a:ext cx="914400" cy="914400"/>
          </a:xfrm>
          <a:prstGeom prst="rect">
            <a:avLst/>
          </a:prstGeom>
          <a:solidFill>
            <a:srgbClr val="C1121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863840" y="10241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863840" y="14630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2240280"/>
            <a:ext cx="8412480" cy="640080"/>
          </a:xfrm>
          <a:prstGeom prst="rect">
            <a:avLst/>
          </a:prstGeom>
          <a:solidFill>
            <a:srgbClr val="1B2B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22860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Critical Rule: User input MUST be scaled by the same scaler.pkl used during training — otherwise the model receives numbers in the wrong range and produces incorrect predictions.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74320" y="3017520"/>
            <a:ext cx="8412480" cy="16916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" y="3090672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Correct prediction flow in app.py
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pickle.load(open(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'scaler.pkl'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'rb'))
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pickle.load(open(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'model.pkl'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'rb'))
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scaled_input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scaler.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([user_input])   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Critical step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   = model.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(scaled_input)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840480" cy="393192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384048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869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High Risk Patient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4173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173736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(1)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05740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mmHg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23774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mg/dL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69748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269748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bpm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30175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(1)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3756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333756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(1)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365760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4206240"/>
            <a:ext cx="3566160" cy="4114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4206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Heart Disease Detected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822960"/>
            <a:ext cx="3840480" cy="39319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822960"/>
            <a:ext cx="3840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8869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Low Risk Patient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0" y="141732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14173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173736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0" y="173736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(0)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205740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205740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mmHg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23774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75120" y="23774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mg/dL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0" y="269748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75120" y="269748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bpm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301752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75120" y="30175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(0)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0" y="333756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75120" y="333756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(0)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0" y="365760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675120" y="365760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983480" y="4206240"/>
            <a:ext cx="35661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4983480" y="4206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Heart Disease Detected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Enhancements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840480" cy="3931920"/>
          </a:xfrm>
          <a:prstGeom prst="rect">
            <a:avLst/>
          </a:prstGeom>
          <a:solidFill>
            <a:srgbClr val="FFF8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384048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869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Synthetic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based on real patients — not for clinical use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Small Dataset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1,000 samples limits model robustness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Cross-Validation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train/test split may not generalize well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Hyperparameter Tuning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RF settings used — not optimized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Explainability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SHAP values to explain individual predictions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822960"/>
            <a:ext cx="3840480" cy="39319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822960"/>
            <a:ext cx="3840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8869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Enhancements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1463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 Datasets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Heart Disease dataset for clinical accuracy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21031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Model Explainability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to visualize feature importance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2743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Hyperparameter Tuning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for optimal RF configuration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3383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Cloud Deployment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3657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Heroku, or Render for public access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40233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REST API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4297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access for integration with other apps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dirty="0">
                <a:solidFill>
                  <a:srgbClr val="000000"/>
                </a:solidFill>
              </a:rPr>
              <a:t>🫀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4572000" y="640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Synthetic 1,000-sample dataset with risk logic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1874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StandardScaler for feature normalization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2377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Random Forest (100 trees) — ~85% 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2880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Pickle saves model + scaler for reuse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3383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Flask app connects model to a web form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3886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Same scaler MUST be used at prediction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68172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For Educational Purposes Only — Not for Clinical Use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 System</dc:title>
  <dc:subject>PptxGenJS Presentation</dc:subject>
  <dc:creator>PptxGenJS</dc:creator>
  <cp:lastModifiedBy>PptxGenJS</cp:lastModifiedBy>
  <cp:revision>1</cp:revision>
  <dcterms:created xsi:type="dcterms:W3CDTF">2026-03-08T21:05:48Z</dcterms:created>
  <dcterms:modified xsi:type="dcterms:W3CDTF">2026-03-08T21:05:48Z</dcterms:modified>
</cp:coreProperties>
</file>